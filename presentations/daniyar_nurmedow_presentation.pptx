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XSS Shield - Attack &amp; Defense Laboratory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An educational platform demonstrating XSS attack techniques and defense methods with interactive code scanning.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Daniyar Nurmedow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Cross-Site Scripting (XSS) remains one of the most widespread web vulnerabilities (OWASP Top 10). Developers need a safe environment to understand and defend against all XSS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Demonstrate Reflected, Stored, and DOM-based XSS attacks safely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Teach defense techniques: input validation, output encoding, CSP, HttpOnly cookies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a code scanner detecting XSS vulnerability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Show real-world XSS payload examples and countermeasures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DOMPurify, XSS Pattern Scanner, uuid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provides interactive attack/defense lab. Backend handles code scanning, manages history, and serves simulation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XSS Attack Simulator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Code Vulnerability Scanner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Scan History (JSON)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Defense Examples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Interactive XSS attack simulator for 3 XSS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Source code scanner detecting dangerous patterns (innerHTML, eval, v-html)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Defense technique demos with live code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Real-world XSS payload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CSP configuration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Persistent scan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selects an attack type or enters code to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Attack simulator demonstrates XSS payload execution in controlled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Code scanner checks against known vulnerability patterns and rates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Defense recommendations provided with working code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DOMPurify, XSS Pattern Scanner, uuid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Users test real XSS payloads in the simulator and scan source code. Scanner detects patterns across frameworks (jQuery, Vue, React). History persisted for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XSS Shield - Attack &amp; Defense Laboratory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Daniyar Nurmedow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XSS Shield - Attack &amp; Defense Laboratory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