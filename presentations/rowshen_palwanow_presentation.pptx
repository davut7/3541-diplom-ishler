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KeyGuard - Keylogger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keylogger detection tool monitoring processes, hooks, and API calls to identify hidden keylogging threats.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Student: Rowshen Palwanow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Diploma Project  |  Cybersecurity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01  Introduction &amp;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02  Goals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03  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04 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05  Key Features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06  How It Works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07  Implementation Details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08  Testing &amp; Results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09  Future Work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Keyloggers are among the most dangerous hidden threats, stealing passwords and personal data. Users need specialized tools to detect software keyloggers.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This project addresses a real-world cybersecurity challenge, providing practical tools and knowledge for defense against modern digital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Goals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0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55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Detect software keyloggers using hook monitoring (SetWindowsHookEx)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5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07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Provide real-time process analysis for suspicious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0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5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Monitor registry for persistence mechanisms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59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CC1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410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Educate on keylogger types and protection strategies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Vue.js 3, PrimeVue 4, Chart.js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Node.js, Express.js, child_process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Key Libraries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child_process (execSync), os module, uuid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Two-tier: Frontend displays detection dashboard. Backend uses child_process and os modules to scan processes and detect keyloggers.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Vue.js 3 SPA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Express.js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Process Scanner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Hook Detection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Registry Scanner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Network Monitor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Scan History (JSON)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Hook detection for SetWindowsHookEx API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API monitoring for GetAsyncKeyState and keybd_event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Process analysis identifying suspicious behaviors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Registry scanning for persistence mechanisms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Network monitoring for data exfiltration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Safe process whitelist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79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0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System scans running processes against whitelist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30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5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Hook detection checks for keyboard hook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82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07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API and registry monitoring identifies suspicious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34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59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Results displayed with risk assessment and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Frontend: Vue.js 3, PrimeVue 4, Chart.js with responsive design and bilingual support (EN/TK)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Backend: Node.js, Express.js, child_process with RESTful API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Dark/Light theme toggle with persistent user preferences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Real-time data updates without page reload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Key integrations: child_process (execSync), os module, uuid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Testing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Real process scanning using OS commands. Whitelist reduces false positives. Scan history persisted. System runs actual process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security features demonstrated successfully with real data. The system correctly identifies threats and provides actionable security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machine learning models for improved detection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Support for additional file formats, protocols, or attack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Cloud deployment for multi-user access and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10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Mobile application version for on-the-go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679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third-party security tools and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Successfully developed KeyGuard - Keylogger Detection addressing real cybersecurity challenges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Implemented using modern web technologies: Vue.js 3, PrimeVue 4, Chart.js + Node.js, Express.js, child_process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Demonstrated practical security analysis with real data and interactive testing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Provides educational value for understanding cybersecurity concepts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Ready for further development and deployment in production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Presented by: Rowshen Palwanow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Project: KeyGuard - Keylogger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