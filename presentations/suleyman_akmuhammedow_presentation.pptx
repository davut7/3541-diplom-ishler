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OSINT.AI - Open Source Intelligence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web-based OSINT platform for DNS reconnaissance, IP geolocation, port scanning, WHOIS lookup, and AI risk assessment.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Suleyman Akmuhammedow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Cybersecurity professionals need a unified tool to gather and analyze publicly available intelligence to assess security posture proactively and ethically.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comprehensive OSINT: DNS, WHOIS, port scanning, geolocation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Calculate AI-powered risk scores from discovered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Generate exportable reports in JSON and 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Ensure ethical, non-destructive, read-only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Chart.js, Axios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Express.js, DNS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dns (Node.js built-in), child_process, Chart.js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for target input and results. Backend performs network reconnaissance using DNS module and child_process.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DNS Resolution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WHOIS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GeoIP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Risk Assessment Algorithm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Report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DNS reconnaissance and record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IP geolocation with ISP identification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Port scanning and service identification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WHOIS domain registration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AI-powered risk score (weighted by port criticality)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Report export in JSON and 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enters target domain or IP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performs DNS, ping, port scan, WHOIS, and GeoIP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AI calculates risk score (Low/Medium/High/Critical)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Detailed report generated with findings and export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Chart.js, Axios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Express.js, DNS module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dns (Node.js built-in), child_process, Chart.js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Real domains/IPs can be analyzed live. All operations read-only and non-destructive. Report history with export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OSINT.AI - Open Source Intelligence Tools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Chart.js, Axios + Node.js, Express.js, DNS module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Suleyman Akmuhammedow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OSINT.AI - Open Source Intelligence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