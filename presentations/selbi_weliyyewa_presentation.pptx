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GAN Security Analyzer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27432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A platform analyzing 9 adversarial attack types and 7 defense mechanisms against Generative Adversarial Networks.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BD5E1"/>
                </a:solidFill>
                <a:latin typeface="Calibri"/>
              </a:defRPr>
            </a:pPr>
            <a:r>
              <a:t>Student: Selbi Weliyyewa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Diploma Project  |  Cybersecurity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01  Introduction &amp; Problem Statement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02  Goals &amp; Objectives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03  Technology Stack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04  System Architecture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05  Key Features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06  How It Works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07  Implementation Details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08  Testing &amp; Results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09  Future Work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10 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Introduction &amp;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9875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GANs are deployed in critical applications but their security vulnerabilities are poorly understood. Understanding adversarial attacks and defenses is essential for safe 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5156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937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CC15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9496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This project addresses a real-world cybersecurity challenge, providing practical tools and knowledge for defense against modern digital threats.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Goals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04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255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Document 9 types of adversarial attacks against GANs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56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C55E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307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Present 7 defense mechanisms with effectiveness metrics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07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5CF6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35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Provide interactive attack simulator with adjustable parameters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5780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59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CC15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410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Compile research statistics from 2014-2026 on AI 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2004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834640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Vue.js 3, PrimeVue 4, Chart.js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2103120"/>
            <a:ext cx="32004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2834640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Node.js, Express.js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103120"/>
            <a:ext cx="32004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5CF6"/>
                </a:solidFill>
                <a:latin typeface="Calibri"/>
              </a:defRPr>
            </a:pPr>
            <a:r>
              <a:t>Key Libraries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834640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Chart.js, PrimeVue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t>Two-tier: Frontend provides interactive exploration. Backend serves research data, runs simulations, and provides analytics.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Vue.js 3 SPA 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292608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3063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Express.js REST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92608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0" y="3063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Attack Database (9 types)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Defense Database (7 mechanisms)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411480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42519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Attack Simulator Engine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11480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42519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Statistics Module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04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9 attack types with formulas and research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073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7 defense mechanisms with effectiveness ratings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942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Interactive attack simulator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Features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04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Statistical analysis with 4 chart types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073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Attack vs defense comparison tables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942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Bilingual interface (EN/TK)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79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2047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User explores 9 attack types with descriptions and formulas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30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2562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Simulator allows selecting attack type and adjusting strength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82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CC15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3078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System computes perturbation, confidence drop, success probability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5780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34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53594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Statistics visualize trends and defense effectiveness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Implementation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Frontend: Vue.js 3, PrimeVue 4, Chart.js with responsive design and bilingual support (EN/TK)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Backend: Node.js, Express.js with RESTful API architecture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Dark/Light theme toggle with persistent user preferences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Real-time data updates without page reload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Key integrations: Chart.js, PrimeVue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Testing &amp;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Calibri"/>
              </a:defRPr>
            </a:pPr>
            <a:r>
              <a:t>Testing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Interactive simulator with adjustable parameters. Results include perturbation values and defense recommendations. Based on real published research.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105156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394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8521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All security features demonstrated successfully with real data. The system correctly identifies threats and provides actionable security insights.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204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Integration with machine learning models for improved detection accuracy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073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Support for additional file formats, protocols, or attack types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3942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Cloud deployment for multi-user access and scalability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0916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4810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Mobile application version for on-the-go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7784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56794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Integration with third-party security tools and APIs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Successfully developed GAN Security Analyzer addressing real cybersecurity challenges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Implemented using modern web technologies: Vue.js 3, PrimeVue 4, Chart.js + Node.js, Express.js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Demonstrated practical security analysis with real data and interactive testing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Provides educational value for understanding cybersecurity concepts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Ready for further development and deployment in production environments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27432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6B6D4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Calibri"/>
              </a:defRPr>
            </a:pPr>
            <a:r>
              <a:t>Presented by: Selbi Weliyyewa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Project: GAN Security Analyzer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