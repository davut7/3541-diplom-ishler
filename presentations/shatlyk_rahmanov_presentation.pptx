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Firewall - Intelligent Network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An AI-powered firewall using neural networks for threat detection and automatic firewall rule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"/>
              </a:defRPr>
            </a:pPr>
            <a:r>
              <a:t>Student: Shatlyk Rahmanov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Diploma Project  |  Cybersecurity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01  Introduction &amp; 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02  Goals &amp; Objectives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03  Technology Stack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04  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05  Key Features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06  How It Works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07  Implementation Details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08  Testing &amp; Results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09  Future Work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Traditional firewalls rely on static rules and cannot adapt to new threats. They fail to detect zero-day attacks and require constant manual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This project addresses a real-world cybersecurity challenge, providing practical tools and knowledge for defense against modern digital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Goals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0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55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Automate firewall rule generation using neural network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5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07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Detect zero-day attacks through behavioral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0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5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Reduce false positives vs traditional firewalls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59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CC1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410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Provide real-time AI-powered threat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Vue.js 3, PrimeVue 4, Chart.js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Node.js, Express.js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Key Libraries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Chart.js, Neural Network simulation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Two-tier: Frontend for rule management, monitoring, AI status. Backend runs neural network classification and generates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Vue.js 3 SPA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Express.js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Neural Network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Traffic Monitor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Threat Detection 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Auto Rule Generator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AI Learning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Neural network: 6-input, two hidden layers (128/64), 3-class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Automatic firewall rule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Real-time traffic classification (Safe/Suspicious/Threat)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Zero-day threat detection via anomaly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DDoS, port scan, brute force, malware C&amp;C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AI model status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79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04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Traffic features extracted (packet size, protocol, ports, duration)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30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56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Neural network processes through hidden layers with ReLU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82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07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Traffic classified as Safe, Suspicious, or Threat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34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59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AI suggests or generates firewall rules based on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Frontend: Vue.js 3, PrimeVue 4, Chart.js with responsive design and bilingual support (EN/TK)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Backend: Node.js, Express.js with RESTful API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Dark/Light theme toggle with persistent user preferences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Real-time data updates without page reload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Key integrations: Chart.js, Neural Network simulation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Testing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AI endpoint accepts traffic data for classification. Demonstrates rule suggestion and generation. AI model status viewable in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security features demonstrated successfully with real data. The system correctly identifies threats and provides actionable security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machine learning models for improved detection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Support for additional file formats, protocols, or attack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Cloud deployment for multi-user access and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10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Mobile application version for on-the-go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679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third-party security tools and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Successfully developed AI Firewall - Intelligent Network Protection addressing real cybersecurity challenges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Implemented using modern web technologies: Vue.js 3, PrimeVue 4, Chart.js + Node.js, Express.js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Demonstrated practical security analysis with real data and interactive testing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Provides educational value for understanding cybersecurity concepts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Ready for further development and deployment in production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Presented by: Shatlyk Rahmanov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Project: AI Firewall - Intelligent Network Protection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