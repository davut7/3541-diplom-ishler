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VirusDetect Pro - Advanced Malware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malware detection system using heuristic analysis, behavioral detection, and entropy analysis to identify viruses beyond signatures.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Dawutmuhammet Begmedow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Traditional antivirus relies on known signatures and fails to detect polymorphic, metamorphic, packed, fileless, or rootkit malware that evades signature-based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Demonstrate detection beyond signatures: heuristic, behavioral, entropy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Explain evasion techniques used by modern malware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file upload with SHA-256 hashing and multi-method scanning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Educate on why traditional antivirus is insufficient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Express.js, Multer, crypto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crypto (SHA-256), better-sqlite3, adm-zip, Multer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 with SQLite persistence: Frontend provides upload UI. Backend performs multi-method file analysis and stores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Signature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Heuristic Analysis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Behavioral Detection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Entropy Calculator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SQLite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File upload with SHA-256 hash computation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Heuristic analysis for suspicious API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Behavioral detection in sandbox simulation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Entropy analysis for packed/encrypted malware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Malware signature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Persistent scan history with SQLite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User uploads a suspicious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System computes SHA-256 hash and checks against signatures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Heuristic and behavioral analysis scan for suspicious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Entropy analysis checks for packing; results compiled into threat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Express.js, Multer, crypto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crypto (SHA-256), better-sqlite3, adm-zip, Multer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Files uploaded for real-time analysis. System computes actual SHA-256 hashes and runs pattern matching. Scan history persisted in SQLite.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VirusDetect Pro - Advanced Malware Detection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Express.js, Multer, crypto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Dawutmuhammet Begmedow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VirusDetect Pro - Advanced Malware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