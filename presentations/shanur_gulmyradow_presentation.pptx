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Wireshark Network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 web-based network traffic analysis tool providing packet capture, protocol analysis, and security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Student: Shanur Gulmyradow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Diploma Project  |  Cybersecurity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01  Introduction &amp; Problem Statement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02  Goals &amp; Objectives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03  Technology Stack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04  System Architecture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05  Key Features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06  How It Works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07  Implementation Details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08  Testing &amp; Results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09  Future Work</a:t>
            </a:r>
          </a:p>
          <a:p>
            <a:pPr>
              <a:spcAft>
                <a:spcPts val="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Network administrators need accessible tools to analyze traffic, detect threats, and understand protocol behavior without deep CLI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This project addresses a real-world cybersecurity challenge, providing practical tools and knowledge for defense against modern digital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Goals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0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55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Simulate Wireshark-like packet capture in a web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5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07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Support 12+ network protocols across OSI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0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5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Provide security monitoring with anomaly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59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410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Visualize traffic patterns with real-time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Vue.js 3, PrimeVue 4, 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Node.js, Express.js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200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Key Libraries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914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Chart.js, PrimeVue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Two-tier: Frontend displays packet list, protocol details, hex dump. Backend generates packets, analyzes protocols, runs anomaly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Vue.js 3 SPA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Express.js 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92608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0632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Packet Capture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Protocol Dissector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Traffic Analysis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11480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2519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Security Alert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32004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Statistics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Real-time packet capture with Wireshark-like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Protocol analysis for 12+ protocols (HTTP, DNS, SSH,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OSI model visualization and protocol hierarchy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Security monitoring: port scan, DDoS, exfiltration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Traffic statistics with distribution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BPF-like capture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79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0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User selects network interface and applies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30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5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System captures and generates realistic network packets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82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07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Packets decoded through protocol dissectors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5156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34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59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Security monitoring analyzes patterns and generates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Frontend: Vue.js 3, PrimeVue 4, Chart.js with responsive design and bilingual support (EN/TK)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Backend: Node.js, Express.js with RESTful API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Dark/Light theme toggle with persistent user preferences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Real-time data updates without page reload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Key integrations: Chart.js, PrimeVue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Testing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Packet capture generates realistic traffic. Users apply filters, inspect packets, view protocols. Statistics computed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All security features demonstrated successfully with real data. The system correctly identifies threats and provides actionable security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0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machine learning models for improved detection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7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Support for additional file formats, protocols, or attack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4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Cloud deployment for multi-user access and scalability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10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Mobile application version for on-the-go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679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Integration with third-party security tools and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371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Successfully developed Wireshark Network Monitor addressing real cybersecurity challenges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Implemented using modern web technologies: Vue.js 3, PrimeVue 4, Chart.js + Node.js, Express.js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Demonstrated practical security analysis with real data and interactive testing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Provides educational value for understanding cybersecurity concepts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Calibri"/>
              </a:defRPr>
            </a:pPr>
            <a:r>
              <a:t>Ready for further development and deployment in production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Presented by: Shanur Gulmyradow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Wireshark Network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