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WAF Behavioral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Web Application Firewall combining signature-based detection with behavioral analysis to protect web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Batyr Akyew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Web applications face constant threats from SQL injection, XSS, path traversal, and command injection. Traditional WAFs use only static rules and miss sophisticated attack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Detect and block SQL Injection, XSS, Path Traversal, and Command Injection attacks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Implement behavioral analysis to identify bot traffic and anomalous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real-time monitoring dashboard with threat scoring and attack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Demonstrate how signature-based and behavioral detection complement each 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Express.js, 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sql.js, JWT, bcrypt, PDFKit, Rate Limiter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 architecture: Vue.js frontend communicates via REST API with Express.js backend containing the WAF engine, behavioral profiler, and logging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WAF Rules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Behavioral Analysis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SQLite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PDF Report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SQL Injection, XSS, Path Traversal, Command Injection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User session monitoring and bot detection via behavioral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Real-time threat scoring with 4 risk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Live attack logs and statistics dashboard with 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Interactive request analyzer for testing payloads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PDF security report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Incoming HTTP requests are intercepted by the WAF middleware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Each request is checked against signature-based rules (regex patterns)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Behavioral analysis tracks session patterns, request frequency, and anomalies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Based on combined risk score (0-100%), requests are allowed, monitored, or blocked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Express.js, SQLite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sql.js, JWT, bcrypt, PDFKit, Rate Limiter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Real attack payloads are sent through the WAF engine on startup. The Analyzer page allows interactive testing. All statistics come from genuine WAF analysis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WAF Behavioral Analysis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Express.js, SQLite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Batyr Akyew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WAF Behavioral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