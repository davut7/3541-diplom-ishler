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Android Security Analyzer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27432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A web-based tool for analyzing Android APK file security by examining permissions, manifest vulnerabilities, and risk scores.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BD5E1"/>
                </a:solidFill>
                <a:latin typeface="Calibri"/>
              </a:defRPr>
            </a:pPr>
            <a:r>
              <a:t>Student: Bayram Gochmyradow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Diploma Project  |  Cybersecurity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01  Introduction &amp; Problem Statement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02  Goals &amp; Objectives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03  Technology Stack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04  System Architecture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05  Key Features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06  How It Works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07  Implementation Details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08  Testing &amp; Results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09  Future Work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10 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Introduction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9875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Android users and developers lack a simple tool to analyze APK files for dangerous permissions, unsafe manifest settings, and potential security risks before installation.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5156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937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CC15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9496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This project addresses a real-world cybersecurity challenge, providing practical tools and knowledge for defense against modern digital threats.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Goals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04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255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Analyze Android APK files for dangerous permissions across 70+ types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56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C55E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307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Check AndroidManifest.xml for insecure configurations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07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5CF6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35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Calculate comprehensive risk scores with actionable recommendations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5780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59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CC15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410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Provide exportable reports in JSON and HTML formats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200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834640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Vue.js 3, PrimeVue 4, Chart.js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2103120"/>
            <a:ext cx="3200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2834640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Node.js, Express.js, Multer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103120"/>
            <a:ext cx="3200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  <a:latin typeface="Calibri"/>
              </a:defRPr>
            </a:pPr>
            <a:r>
              <a:t>Key Libraries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834640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adm-zip, xml2js, uuid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t>Two-tier architecture: Frontend handles file upload and results. Backend unpacks APK, parses manifest, runs analysis, and returns structured results.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Vue.js 3 SPA 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92608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3063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Express.js REST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92608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3063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APK Analyzer 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Permission Database (70+)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411480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4251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Multer File Handler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11480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4251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Report Generator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0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Drag-and-drop APK upload with real-time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07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Permission analysis with 4 risk levels: Critical, High, Medium, 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94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AndroidManifest.xml vulnerability scanning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Features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0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Risk score calculation (0-100%) with weighted 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07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Report export in JSON and HTML formats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94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Analysis history with statistics charts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79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2047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User uploads APK file via drag-and-drop interface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30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2562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Backend extracts AndroidManifest.xml from APK using adm-zip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82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CC15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3078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Manifest is parsed and permissions checked against 70+ known types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5780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34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53594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Detailed report generated with risk score, issues, and recommendations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Frontend: Vue.js 3, PrimeVue 4, Chart.js with responsive design and bilingual support (EN/TK)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Backend: Node.js, Express.js, Multer with RESTful API architecture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Dark/Light theme toggle with persistent user preferences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Real-time data updates without page reload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Key integrations: adm-zip, xml2js, uuid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Testing &amp;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Testing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Real APK files can be uploaded for live analysis. The system extracts actual AndroidManifest.xml and checks against a comprehensive permission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105156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394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8521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All security features demonstrated successfully with real data. The system correctly identifies threats and provides actionable security insights.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20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Integration with machine learning models for improved detection accuracy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07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Support for additional file formats, protocols, or attack 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94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Cloud deployment for multi-user access and scalability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0916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4810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Mobile application version for on-the-go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7784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56794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Integration with third-party security tools and APIs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Successfully developed Android Security Analyzer addressing real cybersecurity challenges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Implemented using modern web technologies: Vue.js 3, PrimeVue 4, Chart.js + Node.js, Express.js, Multer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Demonstrated practical security analysis with real data and interactive testing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Provides educational value for understanding cybersecurity concepts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Ready for further development and deployment in production environments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27432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6B6D4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Calibri"/>
              </a:defRPr>
            </a:pPr>
            <a:r>
              <a:t>Presented by: Bayram Gochmyradow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Project: Android Security Analyzer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